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470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A547"/>
    <a:srgbClr val="039BA6"/>
    <a:srgbClr val="1F7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708"/>
  </p:normalViewPr>
  <p:slideViewPr>
    <p:cSldViewPr snapToGrid="0" snapToObjects="1">
      <p:cViewPr varScale="1">
        <p:scale>
          <a:sx n="160" d="100"/>
          <a:sy n="160" d="100"/>
        </p:scale>
        <p:origin x="2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EC1DB1-5FBD-DEDB-0C95-7E8ACB9C1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" y="664942"/>
            <a:ext cx="9141766" cy="513951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EC0CB42-4F18-471F-2283-BD18745ADDA8}"/>
              </a:ext>
            </a:extLst>
          </p:cNvPr>
          <p:cNvSpPr/>
          <p:nvPr/>
        </p:nvSpPr>
        <p:spPr>
          <a:xfrm>
            <a:off x="894302" y="2415852"/>
            <a:ext cx="196239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1F73C6"/>
                </a:solidFill>
                <a:latin typeface="Arial" panose="020B0604020202020204" pitchFamily="34" charset="0"/>
                <a:ea typeface="Open Sans" panose="020B0606030504020204" pitchFamily="34" charset="0"/>
              </a:rPr>
              <a:t>Physical Sciences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AB62CA-5803-8954-A0FB-8E005B65F9B3}"/>
              </a:ext>
            </a:extLst>
          </p:cNvPr>
          <p:cNvSpPr/>
          <p:nvPr/>
        </p:nvSpPr>
        <p:spPr>
          <a:xfrm>
            <a:off x="3572367" y="2415852"/>
            <a:ext cx="199926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039BA6"/>
                </a:solidFill>
                <a:latin typeface="Arial" panose="020B0604020202020204" pitchFamily="34" charset="0"/>
              </a:rPr>
              <a:t>AI for Meteorology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1FD189-F5AA-AA22-185C-173F05278DA2}"/>
              </a:ext>
            </a:extLst>
          </p:cNvPr>
          <p:cNvSpPr/>
          <p:nvPr/>
        </p:nvSpPr>
        <p:spPr>
          <a:xfrm>
            <a:off x="6581498" y="2415852"/>
            <a:ext cx="141577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41A547"/>
                </a:solidFill>
                <a:latin typeface="Arial" panose="020B0604020202020204" pitchFamily="34" charset="0"/>
              </a:rPr>
              <a:t>Applications</a:t>
            </a:r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5FA11CBB-083B-3F22-A359-4BD6B44B6DE5}"/>
              </a:ext>
            </a:extLst>
          </p:cNvPr>
          <p:cNvSpPr txBox="1"/>
          <p:nvPr/>
        </p:nvSpPr>
        <p:spPr>
          <a:xfrm>
            <a:off x="500932" y="2825099"/>
            <a:ext cx="2604718" cy="1256754"/>
          </a:xfrm>
          <a:prstGeom prst="rect">
            <a:avLst/>
          </a:prstGeom>
          <a:noFill/>
        </p:spPr>
        <p:txBody>
          <a:bodyPr wrap="square" lIns="38100" tIns="25400" r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Hydrometeorology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sz="1400" dirty="0">
              <a:solidFill>
                <a:srgbClr val="464C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Forecasting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Data Assimilation, Numerical Prediction, </a:t>
            </a:r>
            <a:endParaRPr sz="1400" dirty="0">
              <a:solidFill>
                <a:srgbClr val="464C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Microphysical Processes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endParaRPr sz="1400" dirty="0">
              <a:solidFill>
                <a:srgbClr val="464C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39">
            <a:extLst>
              <a:ext uri="{FF2B5EF4-FFF2-40B4-BE49-F238E27FC236}">
                <a16:creationId xmlns:a16="http://schemas.microsoft.com/office/drawing/2014/main" id="{297F0AD8-74EC-0297-BF92-7DE4A860839F}"/>
              </a:ext>
            </a:extLst>
          </p:cNvPr>
          <p:cNvSpPr txBox="1"/>
          <p:nvPr/>
        </p:nvSpPr>
        <p:spPr>
          <a:xfrm>
            <a:off x="3572367" y="2825099"/>
            <a:ext cx="2112816" cy="913070"/>
          </a:xfrm>
          <a:prstGeom prst="rect">
            <a:avLst/>
          </a:prstGeom>
          <a:noFill/>
        </p:spPr>
        <p:txBody>
          <a:bodyPr wrap="square" lIns="38100" tIns="25400" rIns="25400" bIns="25400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Short-range </a:t>
            </a:r>
            <a:r>
              <a:rPr lang="en" altLang="zh-CN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Medium- </a:t>
            </a:r>
            <a:r>
              <a:rPr lang="en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 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Nowcasting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endParaRPr sz="1400" dirty="0">
              <a:solidFill>
                <a:srgbClr val="464C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40">
            <a:extLst>
              <a:ext uri="{FF2B5EF4-FFF2-40B4-BE49-F238E27FC236}">
                <a16:creationId xmlns:a16="http://schemas.microsoft.com/office/drawing/2014/main" id="{B69BD55A-DBEB-A40D-4A5C-C2451AC1A8D1}"/>
              </a:ext>
            </a:extLst>
          </p:cNvPr>
          <p:cNvSpPr txBox="1"/>
          <p:nvPr/>
        </p:nvSpPr>
        <p:spPr>
          <a:xfrm>
            <a:off x="6151900" y="2754406"/>
            <a:ext cx="2220823" cy="1559401"/>
          </a:xfrm>
          <a:prstGeom prst="rect">
            <a:avLst/>
          </a:prstGeom>
          <a:noFill/>
        </p:spPr>
        <p:txBody>
          <a:bodyPr wrap="square" lIns="38100" tIns="25400" r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Meteorological Datasets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Downscaling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Correction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Extreme Precipitation Forecasting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Typhoon Forecasting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 Power Forecasting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Solar Power Forecasting</a:t>
            </a:r>
            <a:r>
              <a:rPr lang="en-US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464C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sz="1400" dirty="0">
              <a:solidFill>
                <a:srgbClr val="464C5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55</Words>
  <Application>Microsoft Macintosh PowerPoint</Application>
  <PresentationFormat>自定义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guanlong ma</cp:lastModifiedBy>
  <cp:revision>2</cp:revision>
  <dcterms:created xsi:type="dcterms:W3CDTF">2013-01-27T09:14:16Z</dcterms:created>
  <dcterms:modified xsi:type="dcterms:W3CDTF">2026-04-21T12:46:17Z</dcterms:modified>
  <cp:category/>
</cp:coreProperties>
</file>